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3" r:id="rId5"/>
    <p:sldId id="261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6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97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5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1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7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5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31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8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3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1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5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9173D-B1D5-4648-B35A-A2389607A7A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7FC2E-6299-40D1-8DAA-13DF80DF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3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1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124" y="729048"/>
            <a:ext cx="5033319" cy="16002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 err="1" smtClean="0">
                <a:solidFill>
                  <a:srgbClr val="C00000"/>
                </a:solidFill>
              </a:rPr>
              <a:t>Báo</a:t>
            </a:r>
            <a:r>
              <a:rPr lang="en-US" sz="4400" b="1" dirty="0" smtClean="0">
                <a:solidFill>
                  <a:srgbClr val="C00000"/>
                </a:solidFill>
              </a:rPr>
              <a:t> </a:t>
            </a:r>
            <a:r>
              <a:rPr lang="en-US" sz="4400" b="1" dirty="0" err="1" smtClean="0">
                <a:solidFill>
                  <a:srgbClr val="C00000"/>
                </a:solidFill>
              </a:rPr>
              <a:t>cáo</a:t>
            </a:r>
            <a:r>
              <a:rPr lang="en-US" sz="4400" b="1" dirty="0" smtClean="0">
                <a:solidFill>
                  <a:srgbClr val="C00000"/>
                </a:solidFill>
              </a:rPr>
              <a:t> </a:t>
            </a:r>
            <a:r>
              <a:rPr lang="en-US" sz="4400" b="1" dirty="0" err="1" smtClean="0">
                <a:solidFill>
                  <a:srgbClr val="C00000"/>
                </a:solidFill>
              </a:rPr>
              <a:t>dự</a:t>
            </a:r>
            <a:r>
              <a:rPr lang="en-US" sz="4400" b="1" dirty="0" smtClean="0">
                <a:solidFill>
                  <a:srgbClr val="C00000"/>
                </a:solidFill>
              </a:rPr>
              <a:t> </a:t>
            </a:r>
            <a:r>
              <a:rPr lang="en-US" sz="4400" b="1" dirty="0" err="1" smtClean="0">
                <a:solidFill>
                  <a:srgbClr val="C00000"/>
                </a:solidFill>
              </a:rPr>
              <a:t>án</a:t>
            </a:r>
            <a:r>
              <a:rPr lang="en-US" sz="4400" b="1" dirty="0" smtClean="0">
                <a:solidFill>
                  <a:srgbClr val="C00000"/>
                </a:solidFill>
              </a:rPr>
              <a:t>: website </a:t>
            </a:r>
            <a:r>
              <a:rPr lang="en-US" sz="4400" b="1" dirty="0" err="1" smtClean="0">
                <a:solidFill>
                  <a:srgbClr val="C00000"/>
                </a:solidFill>
              </a:rPr>
              <a:t>báo</a:t>
            </a:r>
            <a:r>
              <a:rPr lang="en-US" sz="4400" b="1" dirty="0" smtClean="0">
                <a:solidFill>
                  <a:srgbClr val="C00000"/>
                </a:solidFill>
              </a:rPr>
              <a:t> </a:t>
            </a:r>
            <a:r>
              <a:rPr lang="en-US" sz="4400" b="1" dirty="0" err="1" smtClean="0">
                <a:solidFill>
                  <a:srgbClr val="C00000"/>
                </a:solidFill>
              </a:rPr>
              <a:t>tường</a:t>
            </a:r>
            <a:endParaRPr lang="en-US" sz="4400" b="1" dirty="0">
              <a:solidFill>
                <a:srgbClr val="C00000"/>
              </a:solidFill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2" r="15432"/>
          <a:stretch>
            <a:fillRect/>
          </a:stretch>
        </p:blipFill>
        <p:spPr>
          <a:xfrm>
            <a:off x="5741772" y="955117"/>
            <a:ext cx="6081584" cy="4683211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3443" y="2603156"/>
            <a:ext cx="4953000" cy="3035172"/>
          </a:xfrm>
        </p:spPr>
        <p:txBody>
          <a:bodyPr>
            <a:normAutofit/>
          </a:bodyPr>
          <a:lstStyle/>
          <a:p>
            <a:r>
              <a:rPr lang="en-US" sz="1800" dirty="0" err="1" smtClean="0"/>
              <a:t>Tổng</a:t>
            </a:r>
            <a:r>
              <a:rPr lang="en-US" sz="1800" dirty="0" smtClean="0"/>
              <a:t> </a:t>
            </a:r>
            <a:r>
              <a:rPr lang="en-US" sz="1800" dirty="0" err="1" smtClean="0"/>
              <a:t>quan</a:t>
            </a:r>
            <a:r>
              <a:rPr lang="en-US" sz="1800" dirty="0" smtClean="0"/>
              <a:t>: </a:t>
            </a:r>
            <a:r>
              <a:rPr lang="en-US" sz="1800" dirty="0" err="1" smtClean="0"/>
              <a:t>Xây</a:t>
            </a:r>
            <a:r>
              <a:rPr lang="en-US" sz="1800" dirty="0" smtClean="0"/>
              <a:t> </a:t>
            </a:r>
            <a:r>
              <a:rPr lang="en-US" sz="1800" dirty="0" err="1" smtClean="0"/>
              <a:t>dựng</a:t>
            </a:r>
            <a:r>
              <a:rPr lang="en-US" sz="1800" dirty="0" smtClean="0"/>
              <a:t> </a:t>
            </a:r>
            <a:r>
              <a:rPr lang="en-US" sz="1800" dirty="0" err="1" smtClean="0"/>
              <a:t>một</a:t>
            </a:r>
            <a:r>
              <a:rPr lang="en-US" sz="1800" dirty="0" smtClean="0"/>
              <a:t> website </a:t>
            </a:r>
            <a:r>
              <a:rPr lang="en-US" sz="1800" dirty="0" err="1" smtClean="0"/>
              <a:t>báo</a:t>
            </a:r>
            <a:r>
              <a:rPr lang="en-US" sz="1800" dirty="0" smtClean="0"/>
              <a:t> </a:t>
            </a:r>
            <a:r>
              <a:rPr lang="en-US" sz="1800" dirty="0" err="1" smtClean="0"/>
              <a:t>tường</a:t>
            </a:r>
            <a:r>
              <a:rPr lang="en-US" sz="1800" dirty="0" smtClean="0"/>
              <a:t> </a:t>
            </a:r>
            <a:r>
              <a:rPr lang="en-US" sz="1800" dirty="0" err="1" smtClean="0"/>
              <a:t>thân</a:t>
            </a:r>
            <a:r>
              <a:rPr lang="en-US" sz="1800" dirty="0" smtClean="0"/>
              <a:t> </a:t>
            </a:r>
            <a:r>
              <a:rPr lang="en-US" sz="1800" dirty="0" err="1" smtClean="0"/>
              <a:t>thiện</a:t>
            </a:r>
            <a:r>
              <a:rPr lang="en-US" sz="1800" dirty="0" smtClean="0"/>
              <a:t>, </a:t>
            </a:r>
            <a:r>
              <a:rPr lang="en-US" sz="1800" dirty="0" err="1" smtClean="0"/>
              <a:t>dễ</a:t>
            </a:r>
            <a:r>
              <a:rPr lang="en-US" sz="1800" dirty="0" smtClean="0"/>
              <a:t> </a:t>
            </a:r>
            <a:r>
              <a:rPr lang="en-US" sz="1800" dirty="0" err="1" smtClean="0"/>
              <a:t>dọc</a:t>
            </a:r>
            <a:r>
              <a:rPr lang="en-US" sz="1800" dirty="0" smtClean="0"/>
              <a:t>, </a:t>
            </a:r>
            <a:r>
              <a:rPr lang="en-US" sz="1800" dirty="0" err="1" smtClean="0"/>
              <a:t>hiển</a:t>
            </a:r>
            <a:r>
              <a:rPr lang="en-US" sz="1800" dirty="0" smtClean="0"/>
              <a:t> </a:t>
            </a:r>
            <a:r>
              <a:rPr lang="en-US" sz="1800" dirty="0" err="1" smtClean="0"/>
              <a:t>thị</a:t>
            </a:r>
            <a:r>
              <a:rPr lang="en-US" sz="1800" dirty="0" smtClean="0"/>
              <a:t> </a:t>
            </a:r>
            <a:r>
              <a:rPr lang="en-US" sz="1800" dirty="0" err="1" smtClean="0"/>
              <a:t>tốt</a:t>
            </a:r>
            <a:r>
              <a:rPr lang="en-US" sz="1800" dirty="0" smtClean="0"/>
              <a:t> </a:t>
            </a:r>
            <a:r>
              <a:rPr lang="en-US" sz="1800" dirty="0" err="1" smtClean="0"/>
              <a:t>trên</a:t>
            </a:r>
            <a:r>
              <a:rPr lang="en-US" sz="1800" dirty="0" smtClean="0"/>
              <a:t> </a:t>
            </a:r>
            <a:r>
              <a:rPr lang="en-US" sz="1800" dirty="0" err="1" smtClean="0"/>
              <a:t>mọi</a:t>
            </a:r>
            <a:r>
              <a:rPr lang="en-US" sz="1800" dirty="0" smtClean="0"/>
              <a:t> </a:t>
            </a:r>
            <a:r>
              <a:rPr lang="en-US" sz="1800" dirty="0" err="1" smtClean="0"/>
              <a:t>thiết</a:t>
            </a:r>
            <a:r>
              <a:rPr lang="en-US" sz="1800" dirty="0" smtClean="0"/>
              <a:t> </a:t>
            </a:r>
            <a:r>
              <a:rPr lang="en-US" sz="1800" dirty="0" err="1" smtClean="0"/>
              <a:t>bị</a:t>
            </a:r>
            <a:r>
              <a:rPr lang="en-US" sz="1800" dirty="0" smtClean="0"/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9298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1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9968" y="193098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b="1" dirty="0" err="1" smtClean="0">
                <a:solidFill>
                  <a:srgbClr val="C00000"/>
                </a:solidFill>
              </a:rPr>
              <a:t>Danh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sách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thành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viên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và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kế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hoạch</a:t>
            </a:r>
            <a:r>
              <a:rPr lang="en-US" sz="3600" b="1" dirty="0" smtClean="0">
                <a:solidFill>
                  <a:srgbClr val="C00000"/>
                </a:solidFill>
              </a:rPr>
              <a:t>:</a:t>
            </a:r>
            <a:endParaRPr lang="en-US" sz="3600" b="1" dirty="0">
              <a:solidFill>
                <a:srgbClr val="C00000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2" r="15432"/>
          <a:stretch>
            <a:fillRect/>
          </a:stretch>
        </p:blipFill>
        <p:spPr>
          <a:xfrm>
            <a:off x="279400" y="469900"/>
            <a:ext cx="6172200" cy="48736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89969" y="2070389"/>
            <a:ext cx="3932237" cy="381158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- </a:t>
            </a:r>
            <a:r>
              <a:rPr lang="en-US" sz="2000" dirty="0" err="1" smtClean="0"/>
              <a:t>Thành</a:t>
            </a:r>
            <a:r>
              <a:rPr lang="en-US" sz="2000" dirty="0" smtClean="0"/>
              <a:t> </a:t>
            </a:r>
            <a:r>
              <a:rPr lang="en-US" sz="2000" dirty="0" err="1" smtClean="0"/>
              <a:t>Viên</a:t>
            </a:r>
            <a:r>
              <a:rPr lang="en-US" sz="2000" dirty="0" smtClean="0"/>
              <a:t>:</a:t>
            </a:r>
          </a:p>
          <a:p>
            <a:r>
              <a:rPr lang="en-US" sz="1800" dirty="0" err="1" smtClean="0"/>
              <a:t>Quách</a:t>
            </a:r>
            <a:r>
              <a:rPr lang="en-US" sz="1800" dirty="0" smtClean="0"/>
              <a:t> </a:t>
            </a:r>
            <a:r>
              <a:rPr lang="en-US" sz="1800" dirty="0" err="1" smtClean="0"/>
              <a:t>Chí</a:t>
            </a:r>
            <a:r>
              <a:rPr lang="en-US" sz="1800" dirty="0" smtClean="0"/>
              <a:t> Công-12a1- </a:t>
            </a:r>
            <a:r>
              <a:rPr lang="en-US" sz="1800" dirty="0" err="1" smtClean="0"/>
              <a:t>Viết</a:t>
            </a:r>
            <a:r>
              <a:rPr lang="en-US" sz="1800" dirty="0" smtClean="0"/>
              <a:t> code website </a:t>
            </a:r>
            <a:r>
              <a:rPr lang="en-US" sz="1800" dirty="0" err="1" smtClean="0"/>
              <a:t>báo</a:t>
            </a:r>
            <a:r>
              <a:rPr lang="en-US" sz="1800" dirty="0" smtClean="0"/>
              <a:t> </a:t>
            </a:r>
            <a:r>
              <a:rPr lang="en-US" sz="1800" dirty="0" err="1" smtClean="0"/>
              <a:t>tường</a:t>
            </a:r>
            <a:r>
              <a:rPr lang="en-US" sz="1800" dirty="0" smtClean="0"/>
              <a:t> </a:t>
            </a:r>
          </a:p>
          <a:p>
            <a:r>
              <a:rPr lang="en-US" sz="1800" dirty="0" err="1" smtClean="0"/>
              <a:t>Phùng</a:t>
            </a:r>
            <a:r>
              <a:rPr lang="en-US" sz="1800" dirty="0" smtClean="0"/>
              <a:t> </a:t>
            </a:r>
            <a:r>
              <a:rPr lang="en-US" sz="1800" dirty="0" err="1" smtClean="0"/>
              <a:t>Anh</a:t>
            </a:r>
            <a:r>
              <a:rPr lang="en-US" sz="1800" dirty="0" smtClean="0"/>
              <a:t> Dũng-12a1- </a:t>
            </a:r>
            <a:r>
              <a:rPr lang="en-US" sz="1800" dirty="0" err="1" smtClean="0"/>
              <a:t>Chỉnh</a:t>
            </a:r>
            <a:r>
              <a:rPr lang="en-US" sz="1800" dirty="0" smtClean="0"/>
              <a:t> </a:t>
            </a:r>
            <a:r>
              <a:rPr lang="en-US" sz="1800" dirty="0" err="1" smtClean="0"/>
              <a:t>sửa</a:t>
            </a:r>
            <a:r>
              <a:rPr lang="en-US" sz="1800" dirty="0" smtClean="0"/>
              <a:t> slide </a:t>
            </a:r>
            <a:r>
              <a:rPr lang="en-US" sz="1800" dirty="0" err="1" smtClean="0"/>
              <a:t>báo</a:t>
            </a:r>
            <a:r>
              <a:rPr lang="en-US" sz="1800" dirty="0" smtClean="0"/>
              <a:t> </a:t>
            </a:r>
            <a:r>
              <a:rPr lang="en-US" sz="1800" dirty="0" err="1" smtClean="0"/>
              <a:t>cáo</a:t>
            </a:r>
            <a:endParaRPr lang="en-US" sz="1800" dirty="0" smtClean="0"/>
          </a:p>
          <a:p>
            <a:pPr marL="285750" indent="-285750">
              <a:buFontTx/>
              <a:buChar char="-"/>
            </a:pPr>
            <a:r>
              <a:rPr lang="en-US" sz="1800" dirty="0" err="1" smtClean="0"/>
              <a:t>Kế</a:t>
            </a:r>
            <a:r>
              <a:rPr lang="en-US" sz="1800" dirty="0" smtClean="0"/>
              <a:t> </a:t>
            </a:r>
            <a:r>
              <a:rPr lang="en-US" sz="1800" dirty="0" err="1" smtClean="0"/>
              <a:t>hoạch</a:t>
            </a:r>
            <a:r>
              <a:rPr lang="en-US" sz="1800" dirty="0" smtClean="0"/>
              <a:t>( </a:t>
            </a:r>
            <a:r>
              <a:rPr lang="en-US" sz="1800" dirty="0" err="1" smtClean="0"/>
              <a:t>triển</a:t>
            </a:r>
            <a:r>
              <a:rPr lang="en-US" sz="1800" dirty="0" smtClean="0"/>
              <a:t> </a:t>
            </a:r>
            <a:r>
              <a:rPr lang="en-US" sz="1800" dirty="0" err="1" smtClean="0"/>
              <a:t>khai</a:t>
            </a:r>
            <a:r>
              <a:rPr lang="en-US" sz="1800" dirty="0" smtClean="0"/>
              <a:t> </a:t>
            </a:r>
            <a:r>
              <a:rPr lang="en-US" sz="1800" dirty="0" err="1" smtClean="0"/>
              <a:t>trong</a:t>
            </a:r>
            <a:r>
              <a:rPr lang="en-US" sz="1800" dirty="0" smtClean="0"/>
              <a:t> 4 </a:t>
            </a:r>
            <a:r>
              <a:rPr lang="en-US" sz="1800" dirty="0" err="1" smtClean="0"/>
              <a:t>tuần</a:t>
            </a:r>
            <a:r>
              <a:rPr lang="en-US" sz="1800" dirty="0" smtClean="0"/>
              <a:t>):</a:t>
            </a:r>
          </a:p>
          <a:p>
            <a:pPr marL="285750" indent="-285750">
              <a:buFontTx/>
              <a:buChar char="-"/>
            </a:pPr>
            <a:r>
              <a:rPr lang="en-US" sz="1800" dirty="0" err="1" smtClean="0"/>
              <a:t>Tuần</a:t>
            </a:r>
            <a:r>
              <a:rPr lang="en-US" sz="1800" dirty="0" smtClean="0"/>
              <a:t> 1: </a:t>
            </a:r>
            <a:r>
              <a:rPr lang="en-US" sz="1800" dirty="0" err="1" smtClean="0"/>
              <a:t>Chọn</a:t>
            </a:r>
            <a:r>
              <a:rPr lang="en-US" sz="1800" dirty="0" smtClean="0"/>
              <a:t> </a:t>
            </a:r>
            <a:r>
              <a:rPr lang="en-US" sz="1800" dirty="0" err="1" smtClean="0"/>
              <a:t>chủ</a:t>
            </a:r>
            <a:r>
              <a:rPr lang="en-US" sz="1800" dirty="0" smtClean="0"/>
              <a:t> </a:t>
            </a:r>
            <a:r>
              <a:rPr lang="en-US" sz="1800" dirty="0" err="1" smtClean="0"/>
              <a:t>đề</a:t>
            </a:r>
            <a:r>
              <a:rPr lang="en-US" sz="1800" dirty="0" smtClean="0"/>
              <a:t>, </a:t>
            </a:r>
            <a:r>
              <a:rPr lang="en-US" sz="1800" dirty="0" err="1" smtClean="0"/>
              <a:t>lên</a:t>
            </a:r>
            <a:r>
              <a:rPr lang="en-US" sz="1800" dirty="0" smtClean="0"/>
              <a:t> ý </a:t>
            </a:r>
            <a:r>
              <a:rPr lang="en-US" sz="1800" dirty="0" err="1" smtClean="0"/>
              <a:t>tưởng</a:t>
            </a:r>
            <a:r>
              <a:rPr lang="en-US" sz="1800" dirty="0" smtClean="0"/>
              <a:t>, </a:t>
            </a:r>
            <a:r>
              <a:rPr lang="en-US" sz="1800" dirty="0" err="1" smtClean="0"/>
              <a:t>phân</a:t>
            </a:r>
            <a:r>
              <a:rPr lang="en-US" sz="1800" dirty="0" smtClean="0"/>
              <a:t> chia </a:t>
            </a:r>
            <a:r>
              <a:rPr lang="en-US" sz="1800" dirty="0" err="1" smtClean="0"/>
              <a:t>công</a:t>
            </a:r>
            <a:r>
              <a:rPr lang="en-US" sz="1800" dirty="0" smtClean="0"/>
              <a:t> </a:t>
            </a:r>
            <a:r>
              <a:rPr lang="en-US" sz="1800" dirty="0" err="1" smtClean="0"/>
              <a:t>việc</a:t>
            </a:r>
            <a:endParaRPr lang="en-US" sz="1800" dirty="0" smtClean="0"/>
          </a:p>
          <a:p>
            <a:pPr marL="285750" indent="-285750">
              <a:buFontTx/>
              <a:buChar char="-"/>
            </a:pPr>
            <a:r>
              <a:rPr lang="en-US" sz="1800" dirty="0" err="1" smtClean="0"/>
              <a:t>Tuần</a:t>
            </a:r>
            <a:r>
              <a:rPr lang="en-US" sz="1800" dirty="0" smtClean="0"/>
              <a:t> 2,3: </a:t>
            </a:r>
            <a:r>
              <a:rPr lang="en-US" sz="1800" dirty="0" err="1" smtClean="0"/>
              <a:t>Viết</a:t>
            </a:r>
            <a:r>
              <a:rPr lang="en-US" sz="1800" dirty="0" smtClean="0"/>
              <a:t> code, </a:t>
            </a:r>
            <a:r>
              <a:rPr lang="en-US" sz="1800" dirty="0" err="1" smtClean="0"/>
              <a:t>thử</a:t>
            </a:r>
            <a:r>
              <a:rPr lang="en-US" sz="1800" dirty="0" smtClean="0"/>
              <a:t>, </a:t>
            </a:r>
            <a:r>
              <a:rPr lang="en-US" sz="1800" dirty="0" err="1" smtClean="0"/>
              <a:t>chỉnh</a:t>
            </a:r>
            <a:r>
              <a:rPr lang="en-US" sz="1800" dirty="0" smtClean="0"/>
              <a:t> </a:t>
            </a:r>
            <a:r>
              <a:rPr lang="en-US" sz="1800" dirty="0" err="1" smtClean="0"/>
              <a:t>sửa</a:t>
            </a:r>
            <a:r>
              <a:rPr lang="en-US" sz="1800" dirty="0" smtClean="0"/>
              <a:t>, </a:t>
            </a:r>
            <a:r>
              <a:rPr lang="en-US" sz="1800" dirty="0" err="1" smtClean="0"/>
              <a:t>cải</a:t>
            </a:r>
            <a:r>
              <a:rPr lang="en-US" sz="1800" dirty="0" smtClean="0"/>
              <a:t> </a:t>
            </a:r>
            <a:r>
              <a:rPr lang="en-US" sz="1800" dirty="0" err="1" smtClean="0"/>
              <a:t>thiện</a:t>
            </a:r>
            <a:r>
              <a:rPr lang="en-US" sz="1800" dirty="0" smtClean="0"/>
              <a:t> </a:t>
            </a:r>
          </a:p>
          <a:p>
            <a:pPr marL="285750" indent="-285750">
              <a:buFontTx/>
              <a:buChar char="-"/>
            </a:pPr>
            <a:r>
              <a:rPr lang="en-US" sz="1800" dirty="0" err="1" smtClean="0"/>
              <a:t>Tuần</a:t>
            </a:r>
            <a:r>
              <a:rPr lang="en-US" sz="1800" dirty="0" smtClean="0"/>
              <a:t> 4: </a:t>
            </a:r>
            <a:r>
              <a:rPr lang="en-US" sz="1800" dirty="0" err="1" smtClean="0"/>
              <a:t>Làm</a:t>
            </a:r>
            <a:r>
              <a:rPr lang="en-US" sz="1800" dirty="0" smtClean="0"/>
              <a:t> slide </a:t>
            </a:r>
            <a:r>
              <a:rPr lang="en-US" sz="1800" dirty="0" err="1" smtClean="0"/>
              <a:t>báo</a:t>
            </a:r>
            <a:r>
              <a:rPr lang="en-US" sz="1800" dirty="0" smtClean="0"/>
              <a:t> </a:t>
            </a:r>
            <a:r>
              <a:rPr lang="en-US" sz="1800" dirty="0" err="1" smtClean="0"/>
              <a:t>cáo</a:t>
            </a:r>
            <a:endParaRPr lang="en-US" sz="1800" dirty="0" smtClean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7025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1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72" y="45972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</a:rPr>
              <a:t>Ý </a:t>
            </a:r>
            <a:r>
              <a:rPr lang="en-US" sz="4000" b="1" dirty="0" err="1" smtClean="0">
                <a:solidFill>
                  <a:srgbClr val="C00000"/>
                </a:solidFill>
              </a:rPr>
              <a:t>tưởng</a:t>
            </a:r>
            <a:r>
              <a:rPr lang="en-US" sz="4000" b="1" dirty="0" smtClean="0">
                <a:solidFill>
                  <a:srgbClr val="C00000"/>
                </a:solidFill>
              </a:rPr>
              <a:t> </a:t>
            </a:r>
            <a:r>
              <a:rPr lang="en-US" sz="4000" b="1" dirty="0" err="1" smtClean="0">
                <a:solidFill>
                  <a:srgbClr val="C00000"/>
                </a:solidFill>
              </a:rPr>
              <a:t>của</a:t>
            </a:r>
            <a:r>
              <a:rPr lang="en-US" sz="4000" b="1" dirty="0" smtClean="0">
                <a:solidFill>
                  <a:srgbClr val="C00000"/>
                </a:solidFill>
              </a:rPr>
              <a:t> website </a:t>
            </a:r>
            <a:r>
              <a:rPr lang="en-US" sz="4000" b="1" dirty="0" err="1" smtClean="0">
                <a:solidFill>
                  <a:srgbClr val="C00000"/>
                </a:solidFill>
              </a:rPr>
              <a:t>báo</a:t>
            </a:r>
            <a:r>
              <a:rPr lang="en-US" sz="4000" b="1" dirty="0" smtClean="0">
                <a:solidFill>
                  <a:srgbClr val="C00000"/>
                </a:solidFill>
              </a:rPr>
              <a:t> </a:t>
            </a:r>
            <a:r>
              <a:rPr lang="en-US" sz="4000" b="1" dirty="0" err="1" smtClean="0">
                <a:solidFill>
                  <a:srgbClr val="C00000"/>
                </a:solidFill>
              </a:rPr>
              <a:t>tường</a:t>
            </a:r>
            <a:r>
              <a:rPr lang="en-US" sz="4000" b="1" dirty="0" smtClean="0">
                <a:solidFill>
                  <a:srgbClr val="C00000"/>
                </a:solidFill>
              </a:rPr>
              <a:t>: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472" y="1917988"/>
            <a:ext cx="10515600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 err="1" smtClean="0"/>
              <a:t>Tiêu</a:t>
            </a:r>
            <a:r>
              <a:rPr lang="en-US" sz="2000" dirty="0" smtClean="0"/>
              <a:t> </a:t>
            </a:r>
            <a:r>
              <a:rPr lang="en-US" sz="2000" dirty="0" err="1" smtClean="0"/>
              <a:t>đề</a:t>
            </a:r>
            <a:r>
              <a:rPr lang="en-US" sz="2000" dirty="0" smtClean="0"/>
              <a:t>: </a:t>
            </a:r>
            <a:r>
              <a:rPr lang="en-US" sz="2000" dirty="0" err="1" smtClean="0"/>
              <a:t>Báo</a:t>
            </a:r>
            <a:r>
              <a:rPr lang="en-US" sz="2000" dirty="0" smtClean="0"/>
              <a:t> </a:t>
            </a:r>
            <a:r>
              <a:rPr lang="en-US" sz="2000" dirty="0" err="1" smtClean="0"/>
              <a:t>tường</a:t>
            </a:r>
            <a:r>
              <a:rPr lang="en-US" sz="2000" dirty="0" smtClean="0"/>
              <a:t> </a:t>
            </a:r>
            <a:r>
              <a:rPr lang="en-US" sz="2000" dirty="0" err="1" smtClean="0"/>
              <a:t>ngày</a:t>
            </a:r>
            <a:r>
              <a:rPr lang="en-US" sz="2000" dirty="0" smtClean="0"/>
              <a:t> 8/3- </a:t>
            </a:r>
            <a:r>
              <a:rPr lang="en-US" sz="2000" dirty="0" err="1" smtClean="0"/>
              <a:t>Nét</a:t>
            </a:r>
            <a:r>
              <a:rPr lang="en-US" sz="2000" dirty="0" smtClean="0"/>
              <a:t> </a:t>
            </a:r>
            <a:r>
              <a:rPr lang="en-US" sz="2000" dirty="0" err="1" smtClean="0"/>
              <a:t>hoa</a:t>
            </a:r>
            <a:r>
              <a:rPr lang="en-US" sz="2000" dirty="0" smtClean="0"/>
              <a:t> tri </a:t>
            </a:r>
            <a:r>
              <a:rPr lang="en-US" sz="2000" dirty="0" err="1" smtClean="0"/>
              <a:t>ân</a:t>
            </a:r>
            <a:endParaRPr lang="en-US" sz="2000" dirty="0" smtClean="0"/>
          </a:p>
          <a:p>
            <a:pPr>
              <a:buFontTx/>
              <a:buChar char="-"/>
            </a:pPr>
            <a:r>
              <a:rPr lang="en-US" sz="2000" dirty="0" err="1" smtClean="0"/>
              <a:t>Giới</a:t>
            </a:r>
            <a:r>
              <a:rPr lang="en-US" sz="2000" dirty="0" smtClean="0"/>
              <a:t> </a:t>
            </a:r>
            <a:r>
              <a:rPr lang="en-US" sz="2000" dirty="0" err="1" smtClean="0"/>
              <a:t>thiệu</a:t>
            </a:r>
            <a:r>
              <a:rPr lang="en-US" sz="2000" dirty="0" smtClean="0"/>
              <a:t>: </a:t>
            </a:r>
            <a:r>
              <a:rPr lang="en-US" sz="2000" dirty="0" err="1" smtClean="0"/>
              <a:t>Nhắc</a:t>
            </a:r>
            <a:r>
              <a:rPr lang="en-US" sz="2000" dirty="0" smtClean="0"/>
              <a:t> </a:t>
            </a:r>
            <a:r>
              <a:rPr lang="en-US" sz="2000" dirty="0" err="1" smtClean="0"/>
              <a:t>lại</a:t>
            </a:r>
            <a:r>
              <a:rPr lang="en-US" sz="2000" dirty="0" smtClean="0"/>
              <a:t> ý </a:t>
            </a:r>
            <a:r>
              <a:rPr lang="en-US" sz="2000" dirty="0" err="1" smtClean="0"/>
              <a:t>nghĩa</a:t>
            </a:r>
            <a:r>
              <a:rPr lang="en-US" sz="2000" dirty="0" smtClean="0"/>
              <a:t> </a:t>
            </a:r>
            <a:r>
              <a:rPr lang="en-US" sz="2000" dirty="0" err="1" smtClean="0"/>
              <a:t>ngày</a:t>
            </a:r>
            <a:r>
              <a:rPr lang="en-US" sz="2000" dirty="0" smtClean="0"/>
              <a:t> 8/3</a:t>
            </a:r>
          </a:p>
          <a:p>
            <a:pPr>
              <a:buFontTx/>
              <a:buChar char="-"/>
            </a:pPr>
            <a:r>
              <a:rPr lang="en-US" sz="2000" dirty="0" err="1" smtClean="0"/>
              <a:t>Lời</a:t>
            </a:r>
            <a:r>
              <a:rPr lang="en-US" sz="2000" dirty="0" smtClean="0"/>
              <a:t> </a:t>
            </a:r>
            <a:r>
              <a:rPr lang="en-US" sz="2000" dirty="0" err="1" smtClean="0"/>
              <a:t>ngỏ</a:t>
            </a:r>
            <a:r>
              <a:rPr lang="en-US" sz="2000" dirty="0" smtClean="0"/>
              <a:t>: </a:t>
            </a:r>
            <a:r>
              <a:rPr lang="en-US" sz="2000" dirty="0" err="1" smtClean="0"/>
              <a:t>Nét</a:t>
            </a:r>
            <a:r>
              <a:rPr lang="en-US" sz="2000" dirty="0" smtClean="0"/>
              <a:t> </a:t>
            </a:r>
            <a:r>
              <a:rPr lang="en-US" sz="2000" dirty="0" err="1" smtClean="0"/>
              <a:t>hoa</a:t>
            </a:r>
            <a:r>
              <a:rPr lang="en-US" sz="2000" dirty="0" smtClean="0"/>
              <a:t> tri </a:t>
            </a:r>
            <a:r>
              <a:rPr lang="en-US" sz="2000" dirty="0" err="1" smtClean="0"/>
              <a:t>ân</a:t>
            </a:r>
            <a:endParaRPr lang="en-US" sz="2000" dirty="0" smtClean="0"/>
          </a:p>
          <a:p>
            <a:pPr>
              <a:buFontTx/>
              <a:buChar char="-"/>
            </a:pP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bài</a:t>
            </a:r>
            <a:r>
              <a:rPr lang="en-US" sz="2000" dirty="0" smtClean="0"/>
              <a:t> </a:t>
            </a:r>
            <a:r>
              <a:rPr lang="en-US" sz="2000" dirty="0" err="1" smtClean="0"/>
              <a:t>viết</a:t>
            </a:r>
            <a:r>
              <a:rPr lang="en-US" sz="2000" dirty="0" smtClean="0"/>
              <a:t>: </a:t>
            </a:r>
            <a:r>
              <a:rPr lang="en-US" sz="2000" dirty="0" err="1" smtClean="0"/>
              <a:t>góc</a:t>
            </a:r>
            <a:r>
              <a:rPr lang="en-US" sz="2000" dirty="0" smtClean="0"/>
              <a:t> </a:t>
            </a:r>
            <a:r>
              <a:rPr lang="en-US" sz="2000" dirty="0" err="1" smtClean="0"/>
              <a:t>thơ</a:t>
            </a:r>
            <a:r>
              <a:rPr lang="en-US" sz="2000" dirty="0" smtClean="0"/>
              <a:t>, </a:t>
            </a:r>
            <a:r>
              <a:rPr lang="en-US" sz="2000" dirty="0" err="1" smtClean="0"/>
              <a:t>góc</a:t>
            </a:r>
            <a:r>
              <a:rPr lang="en-US" sz="2000" dirty="0" smtClean="0"/>
              <a:t> </a:t>
            </a:r>
            <a:r>
              <a:rPr lang="en-US" sz="2000" dirty="0" err="1" smtClean="0"/>
              <a:t>ảnh</a:t>
            </a:r>
            <a:r>
              <a:rPr lang="en-US" sz="2000" dirty="0" smtClean="0"/>
              <a:t>, </a:t>
            </a:r>
            <a:r>
              <a:rPr lang="en-US" sz="2000" dirty="0" err="1" smtClean="0"/>
              <a:t>góc</a:t>
            </a:r>
            <a:r>
              <a:rPr lang="en-US" sz="2000" dirty="0" smtClean="0"/>
              <a:t> video</a:t>
            </a:r>
          </a:p>
          <a:p>
            <a:pPr>
              <a:buFontTx/>
              <a:buChar char="-"/>
            </a:pP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bình</a:t>
            </a:r>
            <a:r>
              <a:rPr lang="en-US" sz="2000" dirty="0" smtClean="0"/>
              <a:t> </a:t>
            </a:r>
            <a:r>
              <a:rPr lang="en-US" sz="2000" dirty="0" err="1" smtClean="0"/>
              <a:t>luận</a:t>
            </a:r>
            <a:r>
              <a:rPr lang="en-US" sz="2000" dirty="0" smtClean="0"/>
              <a:t>: </a:t>
            </a:r>
            <a:r>
              <a:rPr lang="en-US" sz="2000" dirty="0" err="1" smtClean="0"/>
              <a:t>Nội</a:t>
            </a:r>
            <a:r>
              <a:rPr lang="en-US" sz="2000" dirty="0" smtClean="0"/>
              <a:t> dung </a:t>
            </a:r>
            <a:r>
              <a:rPr lang="en-US" sz="2000" dirty="0" err="1" smtClean="0"/>
              <a:t>và</a:t>
            </a:r>
            <a:r>
              <a:rPr lang="en-US" sz="2000" dirty="0" smtClean="0"/>
              <a:t> email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109" y="0"/>
            <a:ext cx="5153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13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1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Các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kỹ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thuật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đã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áp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dụng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err="1" smtClean="0"/>
              <a:t>Kỹ</a:t>
            </a:r>
            <a:r>
              <a:rPr lang="en-US" sz="1600" dirty="0" smtClean="0"/>
              <a:t> </a:t>
            </a:r>
            <a:r>
              <a:rPr lang="en-US" sz="1600" dirty="0" err="1" smtClean="0"/>
              <a:t>thuật</a:t>
            </a:r>
            <a:r>
              <a:rPr lang="en-US" sz="1600" dirty="0" smtClean="0"/>
              <a:t> </a:t>
            </a:r>
            <a:r>
              <a:rPr lang="en-US" sz="1600" dirty="0" err="1" smtClean="0"/>
              <a:t>tổ</a:t>
            </a:r>
            <a:r>
              <a:rPr lang="en-US" sz="1600" dirty="0" smtClean="0"/>
              <a:t> </a:t>
            </a:r>
            <a:r>
              <a:rPr lang="en-US" sz="1600" dirty="0" err="1" smtClean="0"/>
              <a:t>chức</a:t>
            </a:r>
            <a:r>
              <a:rPr lang="en-US" sz="1600" dirty="0" smtClean="0"/>
              <a:t> </a:t>
            </a:r>
            <a:r>
              <a:rPr lang="en-US" sz="1600" dirty="0" err="1" smtClean="0"/>
              <a:t>cấu</a:t>
            </a:r>
            <a:r>
              <a:rPr lang="en-US" sz="1600" dirty="0" smtClean="0"/>
              <a:t> </a:t>
            </a:r>
            <a:r>
              <a:rPr lang="en-US" sz="1600" dirty="0" err="1" smtClean="0"/>
              <a:t>trúc</a:t>
            </a:r>
            <a:r>
              <a:rPr lang="en-US" sz="1600" dirty="0" smtClean="0"/>
              <a:t>: </a:t>
            </a:r>
            <a:r>
              <a:rPr lang="en-US" sz="1600" dirty="0" err="1" smtClean="0"/>
              <a:t>Sử</a:t>
            </a:r>
            <a:r>
              <a:rPr lang="en-US" sz="1600" dirty="0" smtClean="0"/>
              <a:t> </a:t>
            </a:r>
            <a:r>
              <a:rPr lang="en-US" sz="1600" dirty="0" err="1" smtClean="0"/>
              <a:t>dụng</a:t>
            </a:r>
            <a:r>
              <a:rPr lang="en-US" sz="1600" dirty="0" smtClean="0"/>
              <a:t> </a:t>
            </a:r>
            <a:r>
              <a:rPr lang="en-US" sz="1600" dirty="0" err="1" smtClean="0"/>
              <a:t>lệnh</a:t>
            </a:r>
            <a:r>
              <a:rPr lang="en-US" sz="1600" dirty="0" smtClean="0"/>
              <a:t> &lt; div class=“”&gt;  </a:t>
            </a:r>
            <a:r>
              <a:rPr lang="en-US" sz="1600" dirty="0" err="1" smtClean="0"/>
              <a:t>giúp</a:t>
            </a:r>
            <a:r>
              <a:rPr lang="en-US" sz="1600" dirty="0" smtClean="0"/>
              <a:t> </a:t>
            </a:r>
            <a:r>
              <a:rPr lang="en-US" sz="1600" dirty="0" err="1" smtClean="0"/>
              <a:t>quản</a:t>
            </a:r>
            <a:r>
              <a:rPr lang="en-US" sz="1600" dirty="0" smtClean="0"/>
              <a:t> </a:t>
            </a:r>
            <a:r>
              <a:rPr lang="en-US" sz="1600" dirty="0" err="1" smtClean="0"/>
              <a:t>lý</a:t>
            </a:r>
            <a:r>
              <a:rPr lang="en-US" sz="1600" dirty="0" smtClean="0"/>
              <a:t> </a:t>
            </a:r>
            <a:r>
              <a:rPr lang="en-US" sz="1600" dirty="0" err="1" smtClean="0"/>
              <a:t>và</a:t>
            </a:r>
            <a:r>
              <a:rPr lang="en-US" sz="1600" dirty="0" smtClean="0"/>
              <a:t> </a:t>
            </a:r>
            <a:r>
              <a:rPr lang="en-US" sz="1600" dirty="0" err="1" smtClean="0"/>
              <a:t>định</a:t>
            </a:r>
            <a:r>
              <a:rPr lang="en-US" sz="1600" dirty="0" smtClean="0"/>
              <a:t> </a:t>
            </a:r>
            <a:r>
              <a:rPr lang="en-US" sz="1600" dirty="0" err="1" smtClean="0"/>
              <a:t>dạng</a:t>
            </a:r>
            <a:r>
              <a:rPr lang="en-US" sz="1600" dirty="0" smtClean="0"/>
              <a:t> </a:t>
            </a:r>
            <a:r>
              <a:rPr lang="en-US" sz="1600" dirty="0" err="1" smtClean="0"/>
              <a:t>bằng</a:t>
            </a:r>
            <a:r>
              <a:rPr lang="en-US" sz="1600" dirty="0" smtClean="0"/>
              <a:t> CSS </a:t>
            </a:r>
            <a:r>
              <a:rPr lang="en-US" sz="1600" dirty="0" err="1" smtClean="0"/>
              <a:t>dễ</a:t>
            </a:r>
            <a:r>
              <a:rPr lang="en-US" sz="1600" dirty="0" smtClean="0"/>
              <a:t> </a:t>
            </a:r>
            <a:r>
              <a:rPr lang="en-US" sz="1600" dirty="0" err="1" smtClean="0"/>
              <a:t>dàng</a:t>
            </a:r>
            <a:r>
              <a:rPr lang="en-US" sz="1600" dirty="0" smtClean="0"/>
              <a:t> </a:t>
            </a:r>
            <a:r>
              <a:rPr lang="en-US" sz="1600" dirty="0" err="1" smtClean="0"/>
              <a:t>hơn</a:t>
            </a:r>
            <a:endParaRPr lang="en-US" sz="1600" dirty="0" smtClean="0"/>
          </a:p>
          <a:p>
            <a:r>
              <a:rPr lang="en-US" sz="1600" dirty="0" err="1" smtClean="0"/>
              <a:t>Kỹ</a:t>
            </a:r>
            <a:r>
              <a:rPr lang="en-US" sz="1600" dirty="0" smtClean="0"/>
              <a:t> </a:t>
            </a:r>
            <a:r>
              <a:rPr lang="en-US" sz="1600" dirty="0" err="1" smtClean="0"/>
              <a:t>thuật</a:t>
            </a:r>
            <a:r>
              <a:rPr lang="en-US" sz="1600" dirty="0" smtClean="0"/>
              <a:t> </a:t>
            </a:r>
            <a:r>
              <a:rPr lang="en-US" sz="1600" dirty="0" err="1" smtClean="0"/>
              <a:t>phân</a:t>
            </a:r>
            <a:r>
              <a:rPr lang="en-US" sz="1600" dirty="0" smtClean="0"/>
              <a:t> </a:t>
            </a:r>
            <a:r>
              <a:rPr lang="en-US" sz="1600" dirty="0" err="1" smtClean="0"/>
              <a:t>tầng</a:t>
            </a:r>
            <a:r>
              <a:rPr lang="en-US" sz="1600" dirty="0" smtClean="0"/>
              <a:t> </a:t>
            </a:r>
            <a:r>
              <a:rPr lang="en-US" sz="1600" dirty="0" err="1" smtClean="0"/>
              <a:t>văn</a:t>
            </a:r>
            <a:r>
              <a:rPr lang="en-US" sz="1600" dirty="0" smtClean="0"/>
              <a:t> </a:t>
            </a:r>
            <a:r>
              <a:rPr lang="en-US" sz="1600" dirty="0" err="1" smtClean="0"/>
              <a:t>bản</a:t>
            </a:r>
            <a:r>
              <a:rPr lang="en-US" sz="1600" dirty="0" smtClean="0"/>
              <a:t>: </a:t>
            </a:r>
            <a:r>
              <a:rPr lang="en-US" sz="1600" dirty="0" err="1" smtClean="0"/>
              <a:t>Sử</a:t>
            </a:r>
            <a:r>
              <a:rPr lang="en-US" sz="1600" dirty="0" smtClean="0"/>
              <a:t> </a:t>
            </a:r>
            <a:r>
              <a:rPr lang="en-US" sz="1600" dirty="0" err="1" smtClean="0"/>
              <a:t>dụng</a:t>
            </a:r>
            <a:r>
              <a:rPr lang="en-US" sz="1600" dirty="0" smtClean="0"/>
              <a:t> </a:t>
            </a:r>
            <a:r>
              <a:rPr lang="en-US" sz="1600" dirty="0" err="1" smtClean="0"/>
              <a:t>các</a:t>
            </a:r>
            <a:r>
              <a:rPr lang="en-US" sz="1600" dirty="0" smtClean="0"/>
              <a:t> </a:t>
            </a:r>
            <a:r>
              <a:rPr lang="en-US" sz="1600" dirty="0" err="1" smtClean="0"/>
              <a:t>lệnh</a:t>
            </a:r>
            <a:r>
              <a:rPr lang="en-US" sz="1600" dirty="0" smtClean="0"/>
              <a:t> </a:t>
            </a:r>
            <a:r>
              <a:rPr lang="en-US" sz="1600" dirty="0" err="1" smtClean="0"/>
              <a:t>như</a:t>
            </a:r>
            <a:r>
              <a:rPr lang="en-US" sz="1600" dirty="0" smtClean="0"/>
              <a:t> &lt;h1&gt; &lt;h2&gt; &lt;h3&gt; &lt;h4&gt; </a:t>
            </a:r>
            <a:r>
              <a:rPr lang="en-US" sz="1600" dirty="0" err="1" smtClean="0"/>
              <a:t>dành</a:t>
            </a:r>
            <a:r>
              <a:rPr lang="en-US" sz="1600" dirty="0" smtClean="0"/>
              <a:t> </a:t>
            </a:r>
            <a:r>
              <a:rPr lang="en-US" sz="1600" dirty="0" err="1" smtClean="0"/>
              <a:t>có</a:t>
            </a:r>
            <a:r>
              <a:rPr lang="en-US" sz="1600" dirty="0" smtClean="0"/>
              <a:t> </a:t>
            </a:r>
            <a:r>
              <a:rPr lang="en-US" sz="1600" dirty="0" err="1" smtClean="0"/>
              <a:t>các</a:t>
            </a:r>
            <a:r>
              <a:rPr lang="en-US" sz="1600" dirty="0" smtClean="0"/>
              <a:t> </a:t>
            </a:r>
            <a:r>
              <a:rPr lang="en-US" sz="1600" dirty="0" err="1" smtClean="0"/>
              <a:t>tiêu</a:t>
            </a:r>
            <a:r>
              <a:rPr lang="en-US" sz="1600" dirty="0" smtClean="0"/>
              <a:t> </a:t>
            </a:r>
            <a:r>
              <a:rPr lang="en-US" sz="1600" dirty="0" err="1" smtClean="0"/>
              <a:t>đề</a:t>
            </a:r>
            <a:r>
              <a:rPr lang="en-US" sz="1600" dirty="0" smtClean="0"/>
              <a:t> </a:t>
            </a:r>
            <a:r>
              <a:rPr lang="en-US" sz="1600" dirty="0" err="1" smtClean="0"/>
              <a:t>từ</a:t>
            </a:r>
            <a:r>
              <a:rPr lang="en-US" sz="1600" dirty="0" smtClean="0"/>
              <a:t> </a:t>
            </a:r>
            <a:r>
              <a:rPr lang="en-US" sz="1600" dirty="0" err="1" smtClean="0"/>
              <a:t>lớn</a:t>
            </a:r>
            <a:r>
              <a:rPr lang="en-US" sz="1600" dirty="0" smtClean="0"/>
              <a:t> </a:t>
            </a:r>
            <a:r>
              <a:rPr lang="en-US" sz="1600" dirty="0" err="1" smtClean="0"/>
              <a:t>đến</a:t>
            </a:r>
            <a:r>
              <a:rPr lang="en-US" sz="1600" dirty="0" smtClean="0"/>
              <a:t> </a:t>
            </a:r>
            <a:r>
              <a:rPr lang="en-US" sz="1600" dirty="0" err="1" smtClean="0"/>
              <a:t>nhỏ</a:t>
            </a:r>
            <a:endParaRPr lang="en-US" sz="1600" dirty="0" smtClean="0"/>
          </a:p>
          <a:p>
            <a:r>
              <a:rPr lang="en-US" sz="1600" dirty="0" err="1" smtClean="0"/>
              <a:t>Kỹ</a:t>
            </a:r>
            <a:r>
              <a:rPr lang="en-US" sz="1600" dirty="0" smtClean="0"/>
              <a:t> </a:t>
            </a:r>
            <a:r>
              <a:rPr lang="en-US" sz="1600" dirty="0" err="1" smtClean="0"/>
              <a:t>thuật</a:t>
            </a:r>
            <a:r>
              <a:rPr lang="en-US" sz="1600" dirty="0" smtClean="0"/>
              <a:t> </a:t>
            </a:r>
            <a:r>
              <a:rPr lang="en-US" sz="1600" dirty="0" err="1" smtClean="0"/>
              <a:t>đa</a:t>
            </a:r>
            <a:r>
              <a:rPr lang="en-US" sz="1600" dirty="0" smtClean="0"/>
              <a:t> </a:t>
            </a:r>
            <a:r>
              <a:rPr lang="en-US" sz="1600" dirty="0" err="1" smtClean="0"/>
              <a:t>phương</a:t>
            </a:r>
            <a:r>
              <a:rPr lang="en-US" sz="1600" dirty="0" smtClean="0"/>
              <a:t> </a:t>
            </a:r>
            <a:r>
              <a:rPr lang="en-US" sz="1600" dirty="0" err="1" smtClean="0"/>
              <a:t>tiện</a:t>
            </a:r>
            <a:r>
              <a:rPr lang="en-US" sz="1600" dirty="0" smtClean="0"/>
              <a:t>: </a:t>
            </a:r>
            <a:r>
              <a:rPr lang="en-US" sz="1600" dirty="0" err="1" smtClean="0"/>
              <a:t>sử</a:t>
            </a:r>
            <a:r>
              <a:rPr lang="en-US" sz="1600" dirty="0" smtClean="0"/>
              <a:t> </a:t>
            </a:r>
            <a:r>
              <a:rPr lang="en-US" sz="1600" dirty="0" err="1" smtClean="0"/>
              <a:t>dụng</a:t>
            </a:r>
            <a:r>
              <a:rPr lang="en-US" sz="1600" dirty="0" smtClean="0"/>
              <a:t> </a:t>
            </a:r>
            <a:r>
              <a:rPr lang="en-US" sz="1600" dirty="0" err="1" smtClean="0"/>
              <a:t>các</a:t>
            </a:r>
            <a:r>
              <a:rPr lang="en-US" sz="1600" dirty="0" smtClean="0"/>
              <a:t> </a:t>
            </a:r>
            <a:r>
              <a:rPr lang="en-US" sz="1600" dirty="0" err="1" smtClean="0"/>
              <a:t>thẻ</a:t>
            </a:r>
            <a:r>
              <a:rPr lang="en-US" sz="1600" dirty="0" smtClean="0"/>
              <a:t> &lt;</a:t>
            </a:r>
            <a:r>
              <a:rPr lang="en-US" sz="1600" dirty="0" err="1" smtClean="0"/>
              <a:t>img</a:t>
            </a:r>
            <a:r>
              <a:rPr lang="en-US" sz="1600" dirty="0" smtClean="0"/>
              <a:t>&gt; </a:t>
            </a:r>
            <a:r>
              <a:rPr lang="en-US" sz="1600" dirty="0" err="1" smtClean="0"/>
              <a:t>và</a:t>
            </a:r>
            <a:r>
              <a:rPr lang="en-US" sz="1600" dirty="0" smtClean="0"/>
              <a:t> &lt;video&gt; </a:t>
            </a:r>
            <a:r>
              <a:rPr lang="en-US" sz="1600" dirty="0" err="1" smtClean="0"/>
              <a:t>để</a:t>
            </a:r>
            <a:r>
              <a:rPr lang="en-US" sz="1600" dirty="0" smtClean="0"/>
              <a:t> </a:t>
            </a:r>
            <a:r>
              <a:rPr lang="en-US" sz="1600" dirty="0" err="1" smtClean="0"/>
              <a:t>chèn</a:t>
            </a:r>
            <a:r>
              <a:rPr lang="en-US" sz="1600" dirty="0" smtClean="0"/>
              <a:t> </a:t>
            </a:r>
            <a:r>
              <a:rPr lang="en-US" sz="1600" dirty="0" err="1" smtClean="0"/>
              <a:t>ảnh</a:t>
            </a:r>
            <a:r>
              <a:rPr lang="en-US" sz="1600" dirty="0" smtClean="0"/>
              <a:t> </a:t>
            </a:r>
            <a:r>
              <a:rPr lang="en-US" sz="1600" dirty="0" err="1" smtClean="0"/>
              <a:t>và</a:t>
            </a:r>
            <a:r>
              <a:rPr lang="en-US" sz="1600" dirty="0" smtClean="0"/>
              <a:t> video </a:t>
            </a:r>
            <a:r>
              <a:rPr lang="en-US" sz="1600" dirty="0" err="1" smtClean="0"/>
              <a:t>vào</a:t>
            </a:r>
            <a:r>
              <a:rPr lang="en-US" sz="1600" dirty="0" smtClean="0"/>
              <a:t> </a:t>
            </a:r>
            <a:r>
              <a:rPr lang="en-US" sz="1600" dirty="0" err="1" smtClean="0"/>
              <a:t>báo</a:t>
            </a:r>
            <a:r>
              <a:rPr lang="en-US" sz="1600" dirty="0" smtClean="0"/>
              <a:t> </a:t>
            </a:r>
            <a:r>
              <a:rPr lang="en-US" sz="1600" dirty="0" err="1" smtClean="0"/>
              <a:t>tường</a:t>
            </a:r>
            <a:r>
              <a:rPr lang="en-US" sz="1600" dirty="0" smtClean="0"/>
              <a:t>, </a:t>
            </a:r>
            <a:r>
              <a:rPr lang="en-US" sz="1600" dirty="0" err="1" smtClean="0"/>
              <a:t>đồng</a:t>
            </a:r>
            <a:r>
              <a:rPr lang="en-US" sz="1600" dirty="0" smtClean="0"/>
              <a:t> </a:t>
            </a:r>
            <a:r>
              <a:rPr lang="en-US" sz="1600" dirty="0" err="1" smtClean="0"/>
              <a:t>thời</a:t>
            </a:r>
            <a:r>
              <a:rPr lang="en-US" sz="1600" dirty="0" smtClean="0"/>
              <a:t> </a:t>
            </a:r>
            <a:r>
              <a:rPr lang="en-US" sz="1600" dirty="0" err="1" smtClean="0"/>
              <a:t>sử</a:t>
            </a:r>
            <a:r>
              <a:rPr lang="en-US" sz="1600" dirty="0" smtClean="0"/>
              <a:t> </a:t>
            </a:r>
            <a:r>
              <a:rPr lang="en-US" sz="1600" dirty="0" err="1" smtClean="0"/>
              <a:t>dụng</a:t>
            </a:r>
            <a:r>
              <a:rPr lang="en-US" sz="1600" dirty="0" smtClean="0"/>
              <a:t> </a:t>
            </a:r>
            <a:r>
              <a:rPr lang="en-US" sz="1600" dirty="0" err="1" smtClean="0"/>
              <a:t>thuộc</a:t>
            </a:r>
            <a:r>
              <a:rPr lang="en-US" sz="1600" dirty="0" smtClean="0"/>
              <a:t> </a:t>
            </a:r>
            <a:r>
              <a:rPr lang="en-US" sz="1600" dirty="0" err="1" smtClean="0"/>
              <a:t>tính</a:t>
            </a:r>
            <a:r>
              <a:rPr lang="en-US" sz="1600" dirty="0" smtClean="0"/>
              <a:t> controls </a:t>
            </a:r>
            <a:r>
              <a:rPr lang="en-US" sz="1600" dirty="0" err="1" smtClean="0"/>
              <a:t>để</a:t>
            </a:r>
            <a:r>
              <a:rPr lang="en-US" sz="1600" dirty="0" smtClean="0"/>
              <a:t> </a:t>
            </a:r>
            <a:r>
              <a:rPr lang="en-US" sz="1600" dirty="0" err="1" smtClean="0"/>
              <a:t>người</a:t>
            </a:r>
            <a:r>
              <a:rPr lang="en-US" sz="1600" dirty="0" smtClean="0"/>
              <a:t> </a:t>
            </a:r>
            <a:r>
              <a:rPr lang="en-US" sz="1600" dirty="0" err="1" smtClean="0"/>
              <a:t>đọc</a:t>
            </a:r>
            <a:r>
              <a:rPr lang="en-US" sz="1600" dirty="0" smtClean="0"/>
              <a:t> </a:t>
            </a:r>
            <a:r>
              <a:rPr lang="en-US" sz="1600" dirty="0" err="1" smtClean="0"/>
              <a:t>có</a:t>
            </a:r>
            <a:r>
              <a:rPr lang="en-US" sz="1600" dirty="0" smtClean="0"/>
              <a:t> </a:t>
            </a:r>
            <a:r>
              <a:rPr lang="en-US" sz="1600" dirty="0" err="1" smtClean="0"/>
              <a:t>thể</a:t>
            </a:r>
            <a:r>
              <a:rPr lang="en-US" sz="1600" dirty="0" smtClean="0"/>
              <a:t> </a:t>
            </a:r>
            <a:r>
              <a:rPr lang="en-US" sz="1600" dirty="0" err="1" smtClean="0"/>
              <a:t>tạm</a:t>
            </a:r>
            <a:r>
              <a:rPr lang="en-US" sz="1600" dirty="0" smtClean="0"/>
              <a:t> </a:t>
            </a:r>
            <a:r>
              <a:rPr lang="en-US" sz="1600" dirty="0" err="1" smtClean="0"/>
              <a:t>dừng</a:t>
            </a:r>
            <a:r>
              <a:rPr lang="en-US" sz="1600" dirty="0" smtClean="0"/>
              <a:t> </a:t>
            </a:r>
            <a:r>
              <a:rPr lang="en-US" sz="1600" dirty="0" err="1" smtClean="0"/>
              <a:t>và</a:t>
            </a:r>
            <a:r>
              <a:rPr lang="en-US" sz="1600" dirty="0" smtClean="0"/>
              <a:t> </a:t>
            </a:r>
            <a:r>
              <a:rPr lang="en-US" sz="1600" dirty="0" err="1" smtClean="0"/>
              <a:t>tua</a:t>
            </a:r>
            <a:r>
              <a:rPr lang="en-US" sz="1600" dirty="0" smtClean="0"/>
              <a:t> video</a:t>
            </a:r>
          </a:p>
          <a:p>
            <a:r>
              <a:rPr lang="en-US" sz="1600" dirty="0" err="1" smtClean="0"/>
              <a:t>Kỹ</a:t>
            </a:r>
            <a:r>
              <a:rPr lang="en-US" sz="1600" dirty="0" smtClean="0"/>
              <a:t> </a:t>
            </a:r>
            <a:r>
              <a:rPr lang="en-US" sz="1600" dirty="0" err="1" smtClean="0"/>
              <a:t>thuật</a:t>
            </a:r>
            <a:r>
              <a:rPr lang="en-US" sz="1600" dirty="0" smtClean="0"/>
              <a:t> </a:t>
            </a:r>
            <a:r>
              <a:rPr lang="en-US" sz="1600" dirty="0" err="1"/>
              <a:t>b</a:t>
            </a:r>
            <a:r>
              <a:rPr lang="en-US" sz="1600" dirty="0" err="1" smtClean="0"/>
              <a:t>ố</a:t>
            </a:r>
            <a:r>
              <a:rPr lang="en-US" sz="1600" dirty="0" smtClean="0"/>
              <a:t> </a:t>
            </a:r>
            <a:r>
              <a:rPr lang="en-US" sz="1600" dirty="0" err="1" smtClean="0"/>
              <a:t>cục</a:t>
            </a:r>
            <a:r>
              <a:rPr lang="en-US" sz="1600" dirty="0" smtClean="0"/>
              <a:t> </a:t>
            </a:r>
            <a:r>
              <a:rPr lang="en-US" sz="1600" dirty="0" err="1" smtClean="0"/>
              <a:t>Linh</a:t>
            </a:r>
            <a:r>
              <a:rPr lang="en-US" sz="1600" dirty="0" smtClean="0"/>
              <a:t> </a:t>
            </a:r>
            <a:r>
              <a:rPr lang="en-US" sz="1600" dirty="0" err="1" smtClean="0"/>
              <a:t>hoạt</a:t>
            </a:r>
            <a:r>
              <a:rPr lang="en-US" sz="1600" dirty="0" smtClean="0"/>
              <a:t>: </a:t>
            </a:r>
            <a:r>
              <a:rPr lang="en-US" sz="1600" dirty="0" err="1" smtClean="0"/>
              <a:t>Sử</a:t>
            </a:r>
            <a:r>
              <a:rPr lang="en-US" sz="1600" dirty="0" smtClean="0"/>
              <a:t> </a:t>
            </a:r>
            <a:r>
              <a:rPr lang="en-US" sz="1600" dirty="0" err="1" smtClean="0"/>
              <a:t>dụng</a:t>
            </a:r>
            <a:r>
              <a:rPr lang="en-US" sz="1600" dirty="0" smtClean="0"/>
              <a:t> class flex-container, left-col, right-col </a:t>
            </a:r>
            <a:r>
              <a:rPr lang="en-US" sz="1600" dirty="0" err="1" smtClean="0"/>
              <a:t>để</a:t>
            </a:r>
            <a:r>
              <a:rPr lang="en-US" sz="1600" dirty="0" smtClean="0"/>
              <a:t> chia </a:t>
            </a:r>
            <a:r>
              <a:rPr lang="en-US" sz="1600" dirty="0" err="1" smtClean="0"/>
              <a:t>báo</a:t>
            </a:r>
            <a:r>
              <a:rPr lang="en-US" sz="1600" dirty="0"/>
              <a:t> </a:t>
            </a:r>
            <a:r>
              <a:rPr lang="en-US" sz="1600" dirty="0" err="1" smtClean="0"/>
              <a:t>thành</a:t>
            </a:r>
            <a:r>
              <a:rPr lang="en-US" sz="1600" dirty="0" smtClean="0"/>
              <a:t> 2 </a:t>
            </a:r>
            <a:r>
              <a:rPr lang="en-US" sz="1600" dirty="0" err="1" smtClean="0"/>
              <a:t>phần</a:t>
            </a:r>
            <a:r>
              <a:rPr lang="en-US" sz="1600" dirty="0" smtClean="0"/>
              <a:t> </a:t>
            </a:r>
            <a:r>
              <a:rPr lang="en-US" sz="1600" dirty="0" err="1" smtClean="0"/>
              <a:t>làm</a:t>
            </a:r>
            <a:r>
              <a:rPr lang="en-US" sz="1600" dirty="0" smtClean="0"/>
              <a:t> </a:t>
            </a:r>
            <a:r>
              <a:rPr lang="en-US" sz="1600" dirty="0" err="1" smtClean="0"/>
              <a:t>bố</a:t>
            </a:r>
            <a:r>
              <a:rPr lang="en-US" sz="1600" dirty="0"/>
              <a:t> </a:t>
            </a:r>
            <a:r>
              <a:rPr lang="en-US" sz="1600" dirty="0" err="1" smtClean="0"/>
              <a:t>cục</a:t>
            </a:r>
            <a:r>
              <a:rPr lang="en-US" sz="1600" dirty="0" smtClean="0"/>
              <a:t> ở </a:t>
            </a:r>
            <a:r>
              <a:rPr lang="en-US" sz="1600" dirty="0" err="1" smtClean="0"/>
              <a:t>góc</a:t>
            </a:r>
            <a:r>
              <a:rPr lang="en-US" sz="1600" dirty="0" smtClean="0"/>
              <a:t> </a:t>
            </a:r>
            <a:r>
              <a:rPr lang="en-US" sz="1600" dirty="0" err="1" smtClean="0"/>
              <a:t>ảnh</a:t>
            </a:r>
            <a:r>
              <a:rPr lang="en-US" sz="1600" dirty="0" smtClean="0"/>
              <a:t> </a:t>
            </a:r>
            <a:r>
              <a:rPr lang="en-US" sz="1600" dirty="0" err="1" smtClean="0"/>
              <a:t>và</a:t>
            </a:r>
            <a:r>
              <a:rPr lang="en-US" sz="1600" dirty="0" smtClean="0"/>
              <a:t> </a:t>
            </a:r>
            <a:r>
              <a:rPr lang="en-US" sz="1600" dirty="0" err="1" smtClean="0"/>
              <a:t>góc</a:t>
            </a:r>
            <a:r>
              <a:rPr lang="en-US" sz="1600" dirty="0" smtClean="0"/>
              <a:t> video </a:t>
            </a:r>
            <a:r>
              <a:rPr lang="en-US" sz="1600" dirty="0" err="1" smtClean="0"/>
              <a:t>trở</a:t>
            </a:r>
            <a:r>
              <a:rPr lang="en-US" sz="1600" dirty="0" smtClean="0"/>
              <a:t> </a:t>
            </a:r>
            <a:r>
              <a:rPr lang="en-US" sz="1600" dirty="0" err="1" smtClean="0"/>
              <a:t>nên</a:t>
            </a:r>
            <a:r>
              <a:rPr lang="en-US" sz="1600" dirty="0" smtClean="0"/>
              <a:t> </a:t>
            </a:r>
            <a:r>
              <a:rPr lang="en-US" sz="1600" dirty="0" err="1" smtClean="0"/>
              <a:t>hài</a:t>
            </a:r>
            <a:r>
              <a:rPr lang="en-US" sz="1600" dirty="0" smtClean="0"/>
              <a:t> </a:t>
            </a:r>
            <a:r>
              <a:rPr lang="en-US" sz="1600" dirty="0" err="1" smtClean="0"/>
              <a:t>hòa</a:t>
            </a:r>
            <a:r>
              <a:rPr lang="en-US" sz="1600" dirty="0" smtClean="0"/>
              <a:t>.</a:t>
            </a:r>
          </a:p>
          <a:p>
            <a:r>
              <a:rPr lang="en-US" sz="1600" dirty="0" err="1" smtClean="0"/>
              <a:t>Kỹ</a:t>
            </a:r>
            <a:r>
              <a:rPr lang="en-US" sz="1600" dirty="0" smtClean="0"/>
              <a:t> </a:t>
            </a:r>
            <a:r>
              <a:rPr lang="en-US" sz="1600" dirty="0" err="1" smtClean="0"/>
              <a:t>thuật</a:t>
            </a:r>
            <a:r>
              <a:rPr lang="en-US" sz="1600" dirty="0" smtClean="0"/>
              <a:t> </a:t>
            </a:r>
            <a:r>
              <a:rPr lang="en-US" sz="1600" dirty="0" err="1" smtClean="0"/>
              <a:t>tương</a:t>
            </a:r>
            <a:r>
              <a:rPr lang="en-US" sz="1600" dirty="0" smtClean="0"/>
              <a:t> </a:t>
            </a:r>
            <a:r>
              <a:rPr lang="en-US" sz="1600" dirty="0" err="1" smtClean="0"/>
              <a:t>tác</a:t>
            </a:r>
            <a:r>
              <a:rPr lang="en-US" sz="1600" dirty="0" smtClean="0"/>
              <a:t>: </a:t>
            </a:r>
            <a:r>
              <a:rPr lang="en-US" sz="1600" dirty="0" err="1" smtClean="0"/>
              <a:t>Sử</a:t>
            </a:r>
            <a:r>
              <a:rPr lang="en-US" sz="1600" dirty="0" smtClean="0"/>
              <a:t> </a:t>
            </a:r>
            <a:r>
              <a:rPr lang="en-US" sz="1600" dirty="0" err="1" smtClean="0"/>
              <a:t>dụng</a:t>
            </a:r>
            <a:r>
              <a:rPr lang="en-US" sz="1600" dirty="0" smtClean="0"/>
              <a:t> </a:t>
            </a:r>
            <a:r>
              <a:rPr lang="en-US" sz="1600" dirty="0" err="1" smtClean="0"/>
              <a:t>thẻ</a:t>
            </a:r>
            <a:r>
              <a:rPr lang="en-US" sz="1600" dirty="0" smtClean="0"/>
              <a:t> &lt;form&gt;, &lt;input&gt;, &lt;</a:t>
            </a:r>
            <a:r>
              <a:rPr lang="en-US" sz="1600" dirty="0" err="1" smtClean="0"/>
              <a:t>textarea</a:t>
            </a:r>
            <a:r>
              <a:rPr lang="en-US" sz="1600" dirty="0" smtClean="0"/>
              <a:t>&gt; </a:t>
            </a:r>
            <a:r>
              <a:rPr lang="en-US" sz="1600" dirty="0" err="1" smtClean="0"/>
              <a:t>để</a:t>
            </a:r>
            <a:r>
              <a:rPr lang="en-US" sz="1600" dirty="0" smtClean="0"/>
              <a:t> </a:t>
            </a:r>
            <a:r>
              <a:rPr lang="en-US" sz="1600" dirty="0" err="1" smtClean="0"/>
              <a:t>tạo</a:t>
            </a:r>
            <a:r>
              <a:rPr lang="en-US" sz="1600" dirty="0" smtClean="0"/>
              <a:t> </a:t>
            </a:r>
            <a:r>
              <a:rPr lang="en-US" sz="1600" dirty="0" err="1" smtClean="0"/>
              <a:t>phần</a:t>
            </a:r>
            <a:r>
              <a:rPr lang="en-US" sz="1600" dirty="0" smtClean="0"/>
              <a:t> </a:t>
            </a:r>
            <a:r>
              <a:rPr lang="en-US" sz="1600" dirty="0" err="1" smtClean="0"/>
              <a:t>bình</a:t>
            </a:r>
            <a:r>
              <a:rPr lang="en-US" sz="1600" dirty="0" smtClean="0"/>
              <a:t> </a:t>
            </a:r>
            <a:r>
              <a:rPr lang="en-US" sz="1600" dirty="0" err="1" smtClean="0"/>
              <a:t>luận</a:t>
            </a:r>
            <a:r>
              <a:rPr lang="en-US" sz="1600" dirty="0" smtClean="0"/>
              <a:t> </a:t>
            </a:r>
            <a:r>
              <a:rPr lang="en-US" sz="1600" dirty="0" err="1" smtClean="0"/>
              <a:t>nhằm</a:t>
            </a:r>
            <a:r>
              <a:rPr lang="en-US" sz="1600" dirty="0" smtClean="0"/>
              <a:t> </a:t>
            </a:r>
            <a:r>
              <a:rPr lang="en-US" sz="1600" dirty="0" err="1" smtClean="0"/>
              <a:t>tăng</a:t>
            </a:r>
            <a:r>
              <a:rPr lang="en-US" sz="1600" dirty="0" smtClean="0"/>
              <a:t> </a:t>
            </a:r>
            <a:r>
              <a:rPr lang="en-US" sz="1600" dirty="0" err="1" smtClean="0"/>
              <a:t>tương</a:t>
            </a:r>
            <a:r>
              <a:rPr lang="en-US" sz="1600" dirty="0" smtClean="0"/>
              <a:t> </a:t>
            </a:r>
            <a:r>
              <a:rPr lang="en-US" sz="1600" dirty="0" err="1" smtClean="0"/>
              <a:t>tác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139994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218" y="502659"/>
            <a:ext cx="5376284" cy="1600200"/>
          </a:xfrm>
        </p:spPr>
        <p:txBody>
          <a:bodyPr/>
          <a:lstStyle/>
          <a:p>
            <a:r>
              <a:rPr lang="en-US" b="1" dirty="0" err="1" smtClean="0">
                <a:solidFill>
                  <a:srgbClr val="C00000"/>
                </a:solidFill>
              </a:rPr>
              <a:t>Đánh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giá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mức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độ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hoàn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thiện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sản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phẩm</a:t>
            </a:r>
            <a:r>
              <a:rPr lang="en-US" b="1" dirty="0" smtClean="0">
                <a:solidFill>
                  <a:srgbClr val="C00000"/>
                </a:solidFill>
              </a:rPr>
              <a:t>: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2" r="15432"/>
          <a:stretch>
            <a:fillRect/>
          </a:stretch>
        </p:blipFill>
        <p:spPr>
          <a:xfrm>
            <a:off x="398196" y="175491"/>
            <a:ext cx="4048392" cy="319664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0218" y="2519218"/>
            <a:ext cx="5320146" cy="3811588"/>
          </a:xfrm>
        </p:spPr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Dung: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tải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điệp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,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r>
              <a:rPr lang="en-US" dirty="0" smtClean="0"/>
              <a:t> tri </a:t>
            </a:r>
            <a:r>
              <a:rPr lang="en-US" dirty="0" err="1" smtClean="0"/>
              <a:t>ân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phái</a:t>
            </a:r>
            <a:r>
              <a:rPr lang="en-US" dirty="0" smtClean="0"/>
              <a:t> </a:t>
            </a:r>
            <a:r>
              <a:rPr lang="en-US" dirty="0" err="1" smtClean="0"/>
              <a:t>đẹp</a:t>
            </a:r>
            <a:r>
              <a:rPr lang="en-US" dirty="0" smtClean="0"/>
              <a:t>.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tường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web.</a:t>
            </a:r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thẩm</a:t>
            </a:r>
            <a:r>
              <a:rPr lang="en-US" dirty="0" smtClean="0"/>
              <a:t> </a:t>
            </a:r>
            <a:r>
              <a:rPr lang="en-US" dirty="0" err="1" smtClean="0"/>
              <a:t>mỹ</a:t>
            </a:r>
            <a:r>
              <a:rPr lang="en-US" dirty="0" smtClean="0"/>
              <a:t>: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tường</a:t>
            </a:r>
            <a:r>
              <a:rPr lang="en-US" dirty="0" smtClean="0"/>
              <a:t> chia </a:t>
            </a:r>
            <a:r>
              <a:rPr lang="en-US" dirty="0" err="1" smtClean="0"/>
              <a:t>bố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vẫn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. </a:t>
            </a:r>
            <a:r>
              <a:rPr lang="en-US" dirty="0" err="1" smtClean="0"/>
              <a:t>Màu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web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4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07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406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Báo cáo dự án: website báo tường</vt:lpstr>
      <vt:lpstr>Danh sách thành viên và kế hoạch:</vt:lpstr>
      <vt:lpstr>Ý tưởng của website báo tường:</vt:lpstr>
      <vt:lpstr>Các kỹ thuật đã áp dụng:</vt:lpstr>
      <vt:lpstr>Đánh giá mức độ hoàn thiện sản phẩm: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26</cp:revision>
  <dcterms:created xsi:type="dcterms:W3CDTF">2026-03-01T13:22:03Z</dcterms:created>
  <dcterms:modified xsi:type="dcterms:W3CDTF">2026-03-03T14:56:54Z</dcterms:modified>
</cp:coreProperties>
</file>